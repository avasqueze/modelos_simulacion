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90"/>
  </p:normalViewPr>
  <p:slideViewPr>
    <p:cSldViewPr snapToGrid="0">
      <p:cViewPr>
        <p:scale>
          <a:sx n="71" d="100"/>
          <a:sy n="71" d="100"/>
        </p:scale>
        <p:origin x="1576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D62D-D7C5-54D2-A36F-DDA4561D2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A1BA37-0B1C-8349-F227-1A2E9ACDF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60C50-5A5C-F8D3-D801-2499121E8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A8E17-328F-AC27-FBE7-C9979D8A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8AE66-1A6A-0CFF-9EAB-0E5F35C8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9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D88C-A307-CDE2-D4B5-9E63F19E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A0312-F8CC-9D72-DF07-083EA813C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4B75B-5D59-C6D1-6ED9-FCC94A5F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0502A-AB05-2BB1-7DE8-E79A2C5F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B8440-7D59-B359-37CF-D9EC80B9A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15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6077-6661-E22B-726A-83F0E66AB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652290-4CB1-F453-1012-0A35E3C67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FA3AC-7812-CFDD-54AB-EEEE77E72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465F6-389C-CB48-BDD5-133CD53A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189C9-6CE6-8226-37B0-9E0B7F016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8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7197-C2AD-B767-17B3-A793C3EC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FD958-591D-21BE-B08F-AF9321B1B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A3DC4-140F-A5C1-0AC3-114D3A6F1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08828-0A80-0F67-3843-27B4B2FAF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D6A6D-656E-840D-2B4C-E797F93A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AF409-B41F-EB2D-CE81-2608FB4D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45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0AF47-2006-F086-1AE3-9C795980B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EE89C-2F88-A492-EA6A-14CE9F208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C1EA4-39F3-04B2-662B-291E01E27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B9B7D-A62D-D56F-8DE2-328C73A32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E3C88-512E-A7FF-EEBC-944EA8074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E736FA-8A17-CE78-BA82-0AF1F1AD2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DC84C3-B13F-4F58-4DF6-B778F329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D8D73-8890-1E70-5500-A1B44A00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6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1546-49DB-D5A7-059C-C9A45EF9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8ADA4D-DBF3-1A18-54F5-9F6BA677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DCA70E-0A9D-07D3-4300-F90FEBD37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65707-1C15-70B4-E6BA-3EDA63C7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69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338B1-88C5-151B-E810-23F06474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D9922-C8D9-12AD-5CAC-75D7ABDA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D32DE-4F5F-21B1-6A16-D8163A35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7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AB30-DBEE-61EE-23E1-2A1411D3B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360C-2BE9-3163-94E2-15F1AEAED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561D9-7F18-E096-FE09-B8941AF2D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58CB3-B6B3-0CE0-E5C0-1D7C5D58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10F8E-974D-5E77-EC94-EE0407D5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498B6-3F46-F32A-4241-183F15E0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2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B842-D348-E389-ADFF-0D8B7B34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E823E-B9A4-C2F1-B828-5F42A8CC4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D87D4-ED34-FABB-D31A-172E75CE3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0EB48-9087-CE3B-FC4F-BE724587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D9462-FB85-0C4D-7E88-71E6DF9A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002A8-99DE-CF48-2A47-D1DB031D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7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3C25-D41B-ACB0-0C94-17510E41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C7AF6-95F5-4146-FD34-2DB18F023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4A1D-E063-02DE-4842-ABDCF29D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896EA-5B5B-F9E7-141D-4E5F9FFB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C34B9-94D5-4674-03FB-0B48892D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8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A3E21-4740-A1B9-9FB9-6E045629B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F6EC1-9772-39AC-B6C4-EA2F161A5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B7D8-ADAB-6A4D-3253-5FED78FC4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67470-8272-55A1-19D0-60F705CE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F071B-096F-991B-CC8C-EFC2E7CF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68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B327C9-0EB7-3F8E-3BFD-3203AC8A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B7F87-682D-35C9-DC18-D59257800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A5156-8CDD-7031-2FFE-64E1850E45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34475-D002-7441-A067-8CF8AE3CEF31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3628B-DFA6-AB09-22D1-25989C194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A5E92-10F8-8DCF-E96C-3D07FD783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633C3-8E00-4745-BF7C-C21DF96AE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9B5390E9-8EEE-F0AE-E0BC-A593816119D5}"/>
              </a:ext>
            </a:extLst>
          </p:cNvPr>
          <p:cNvGrpSpPr/>
          <p:nvPr/>
        </p:nvGrpSpPr>
        <p:grpSpPr>
          <a:xfrm>
            <a:off x="636166" y="287676"/>
            <a:ext cx="10919669" cy="3015222"/>
            <a:chOff x="636166" y="287676"/>
            <a:chExt cx="10919669" cy="3015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14B6AB0-61F7-A423-98B5-7DE084BF36F0}"/>
                </a:ext>
              </a:extLst>
            </p:cNvPr>
            <p:cNvSpPr/>
            <p:nvPr/>
          </p:nvSpPr>
          <p:spPr>
            <a:xfrm>
              <a:off x="636166" y="710997"/>
              <a:ext cx="1533448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Formular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el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problema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y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planear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el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estudio</a:t>
              </a:r>
              <a:endParaRPr lang="en-US" sz="14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7D486-19C9-C5E9-198E-86264310E69B}"/>
                </a:ext>
              </a:extLst>
            </p:cNvPr>
            <p:cNvSpPr/>
            <p:nvPr/>
          </p:nvSpPr>
          <p:spPr>
            <a:xfrm>
              <a:off x="2608401" y="710997"/>
              <a:ext cx="1174184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Recolectar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datos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y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definir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un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modelo</a:t>
              </a:r>
              <a:endParaRPr lang="en-US" sz="14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2AA8456E-B55B-D2FA-46AA-EC893B3C2F6B}"/>
                </a:ext>
              </a:extLst>
            </p:cNvPr>
            <p:cNvSpPr/>
            <p:nvPr/>
          </p:nvSpPr>
          <p:spPr>
            <a:xfrm>
              <a:off x="4221373" y="710997"/>
              <a:ext cx="1759460" cy="893852"/>
            </a:xfrm>
            <a:prstGeom prst="diamond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Validar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los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supuestos</a:t>
              </a:r>
              <a:endParaRPr lang="en-US" sz="12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5297DCD-D59A-7F81-46F1-1988D82BF726}"/>
                </a:ext>
              </a:extLst>
            </p:cNvPr>
            <p:cNvSpPr/>
            <p:nvPr/>
          </p:nvSpPr>
          <p:spPr>
            <a:xfrm>
              <a:off x="6419621" y="710997"/>
              <a:ext cx="1182811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Construir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el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programa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y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verificarlo</a:t>
              </a:r>
              <a:endParaRPr lang="en-US" sz="14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F9094F-5A25-FE89-1825-AF846BF16FA5}"/>
                </a:ext>
              </a:extLst>
            </p:cNvPr>
            <p:cNvSpPr/>
            <p:nvPr/>
          </p:nvSpPr>
          <p:spPr>
            <a:xfrm>
              <a:off x="8041220" y="710997"/>
              <a:ext cx="979897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Hacer corridas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piloto</a:t>
              </a:r>
              <a:endParaRPr lang="en-US" sz="14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F599D12D-EB99-E677-D32A-27ABD332BD00}"/>
                </a:ext>
              </a:extLst>
            </p:cNvPr>
            <p:cNvSpPr/>
            <p:nvPr/>
          </p:nvSpPr>
          <p:spPr>
            <a:xfrm>
              <a:off x="9459907" y="710997"/>
              <a:ext cx="2095928" cy="893852"/>
            </a:xfrm>
            <a:prstGeom prst="diamond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Validar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modelo</a:t>
              </a:r>
              <a:r>
                <a:rPr lang="en-US" sz="12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2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programado</a:t>
              </a:r>
              <a:endParaRPr lang="en-US" sz="1200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A4A314-22D0-7FAE-773D-B266347E9921}"/>
                </a:ext>
              </a:extLst>
            </p:cNvPr>
            <p:cNvSpPr/>
            <p:nvPr/>
          </p:nvSpPr>
          <p:spPr>
            <a:xfrm>
              <a:off x="9873431" y="2409046"/>
              <a:ext cx="1268880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50"/>
                </a:lnSpc>
                <a:buNone/>
              </a:pP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Diseñar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los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experimentos</a:t>
              </a:r>
              <a:endParaRPr lang="en-US" sz="1400" b="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86629B-83FF-B98E-ED2B-EC2F0087795D}"/>
                </a:ext>
              </a:extLst>
            </p:cNvPr>
            <p:cNvSpPr/>
            <p:nvPr/>
          </p:nvSpPr>
          <p:spPr>
            <a:xfrm>
              <a:off x="8071175" y="2409046"/>
              <a:ext cx="1268880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50"/>
                </a:lnSpc>
                <a:buNone/>
              </a:pP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Hacer corridas de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producción</a:t>
              </a:r>
              <a:endParaRPr lang="en-US" sz="140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92FA23-B796-DE98-80B5-E386146DDC12}"/>
                </a:ext>
              </a:extLst>
            </p:cNvPr>
            <p:cNvSpPr/>
            <p:nvPr/>
          </p:nvSpPr>
          <p:spPr>
            <a:xfrm>
              <a:off x="6268919" y="2409046"/>
              <a:ext cx="1268880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50"/>
                </a:lnSpc>
                <a:buNone/>
              </a:pP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Analizar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los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datos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de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salida</a:t>
              </a:r>
              <a:endParaRPr lang="en-US" sz="140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E1E853-3906-0ABF-94D1-3C041948248D}"/>
                </a:ext>
              </a:extLst>
            </p:cNvPr>
            <p:cNvSpPr/>
            <p:nvPr/>
          </p:nvSpPr>
          <p:spPr>
            <a:xfrm>
              <a:off x="4466663" y="2409046"/>
              <a:ext cx="1268880" cy="893852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350"/>
                </a:lnSpc>
                <a:buNone/>
              </a:pP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Documentar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,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presentar</a:t>
              </a:r>
              <a:r>
                <a:rPr lang="en-US" sz="140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 y usar </a:t>
              </a:r>
              <a:r>
                <a:rPr lang="en-US" sz="1400" dirty="0" err="1">
                  <a:solidFill>
                    <a:schemeClr val="bg1"/>
                  </a:solidFill>
                  <a:effectLst/>
                  <a:latin typeface="Helvetica" pitchFamily="2" charset="0"/>
                </a:rPr>
                <a:t>resultados</a:t>
              </a:r>
              <a:endParaRPr lang="en-US" sz="1400" dirty="0">
                <a:solidFill>
                  <a:schemeClr val="bg1"/>
                </a:solidFill>
                <a:effectLst/>
                <a:latin typeface="Helvetica" pitchFamily="2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DCAC19C-DAD8-F2F0-2196-F34AECAFAC4F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2169613" y="1157923"/>
              <a:ext cx="4387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A425A21-EDE4-609A-3F72-3B37FA61BCFA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782585" y="1157923"/>
              <a:ext cx="4387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9296C11-F446-995A-ABE1-6BD20E3ED1F2}"/>
                </a:ext>
              </a:extLst>
            </p:cNvPr>
            <p:cNvCxnSpPr>
              <a:cxnSpLocks/>
              <a:stCxn id="10" idx="3"/>
              <a:endCxn id="11" idx="1"/>
            </p:cNvCxnSpPr>
            <p:nvPr/>
          </p:nvCxnSpPr>
          <p:spPr>
            <a:xfrm>
              <a:off x="5980833" y="1157923"/>
              <a:ext cx="4387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7128AD4-52F9-4DC0-C797-F6F2B53F6CD6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7602432" y="1157923"/>
              <a:ext cx="438788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7899791-2EE8-2C97-6817-45DC9E66D6F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9021117" y="1157923"/>
              <a:ext cx="43879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523CA6C-DCA6-F39F-8E7F-DCC2782F365D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10507871" y="1604849"/>
              <a:ext cx="0" cy="80419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0ED87F8-6C0C-45F7-166F-DF89A878E70A}"/>
                </a:ext>
              </a:extLst>
            </p:cNvPr>
            <p:cNvCxnSpPr>
              <a:cxnSpLocks/>
              <a:stCxn id="14" idx="1"/>
              <a:endCxn id="15" idx="3"/>
            </p:cNvCxnSpPr>
            <p:nvPr/>
          </p:nvCxnSpPr>
          <p:spPr>
            <a:xfrm flipH="1">
              <a:off x="9340055" y="2855972"/>
              <a:ext cx="53337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682AC0C-DCD5-0CA7-FEFF-423026AE2FC4}"/>
                </a:ext>
              </a:extLst>
            </p:cNvPr>
            <p:cNvCxnSpPr>
              <a:cxnSpLocks/>
              <a:stCxn id="15" idx="1"/>
              <a:endCxn id="16" idx="3"/>
            </p:cNvCxnSpPr>
            <p:nvPr/>
          </p:nvCxnSpPr>
          <p:spPr>
            <a:xfrm flipH="1">
              <a:off x="7537799" y="2855972"/>
              <a:ext cx="53337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3BB98F0-16AF-6CE7-A86C-15C23EB26073}"/>
                </a:ext>
              </a:extLst>
            </p:cNvPr>
            <p:cNvCxnSpPr>
              <a:cxnSpLocks/>
              <a:stCxn id="16" idx="1"/>
              <a:endCxn id="17" idx="3"/>
            </p:cNvCxnSpPr>
            <p:nvPr/>
          </p:nvCxnSpPr>
          <p:spPr>
            <a:xfrm flipH="1">
              <a:off x="5735543" y="2855972"/>
              <a:ext cx="533376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01533DB5-8B1A-D228-B897-2C5F93FAA7FE}"/>
                </a:ext>
              </a:extLst>
            </p:cNvPr>
            <p:cNvCxnSpPr>
              <a:cxnSpLocks/>
              <a:stCxn id="13" idx="0"/>
              <a:endCxn id="9" idx="0"/>
            </p:cNvCxnSpPr>
            <p:nvPr/>
          </p:nvCxnSpPr>
          <p:spPr>
            <a:xfrm rot="16200000" flipV="1">
              <a:off x="6851682" y="-2945192"/>
              <a:ext cx="12700" cy="7312378"/>
            </a:xfrm>
            <a:prstGeom prst="bentConnector3">
              <a:avLst>
                <a:gd name="adj1" fmla="val 3579780"/>
              </a:avLst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71DFA7B-46C0-84D2-2D67-CD32B5561FB0}"/>
                </a:ext>
              </a:extLst>
            </p:cNvPr>
            <p:cNvCxnSpPr>
              <a:stCxn id="10" idx="0"/>
            </p:cNvCxnSpPr>
            <p:nvPr/>
          </p:nvCxnSpPr>
          <p:spPr>
            <a:xfrm flipV="1">
              <a:off x="5101103" y="287676"/>
              <a:ext cx="0" cy="4233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8A33846-5FA7-80D7-88A2-3B49B7EE4293}"/>
                </a:ext>
              </a:extLst>
            </p:cNvPr>
            <p:cNvSpPr txBox="1"/>
            <p:nvPr/>
          </p:nvSpPr>
          <p:spPr>
            <a:xfrm>
              <a:off x="5980831" y="1164274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Si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7B9DEE0-B449-0B1D-B52C-D3387B54AE04}"/>
                </a:ext>
              </a:extLst>
            </p:cNvPr>
            <p:cNvSpPr txBox="1"/>
            <p:nvPr/>
          </p:nvSpPr>
          <p:spPr>
            <a:xfrm>
              <a:off x="10145209" y="1780630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Si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9678F74-9655-8C37-9C1D-86A3624F2FCE}"/>
                </a:ext>
              </a:extLst>
            </p:cNvPr>
            <p:cNvSpPr txBox="1"/>
            <p:nvPr/>
          </p:nvSpPr>
          <p:spPr>
            <a:xfrm>
              <a:off x="10507871" y="305076"/>
              <a:ext cx="492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80BC660-B592-2C8C-F3B0-8CE16D9D91A6}"/>
                </a:ext>
              </a:extLst>
            </p:cNvPr>
            <p:cNvSpPr txBox="1"/>
            <p:nvPr/>
          </p:nvSpPr>
          <p:spPr>
            <a:xfrm>
              <a:off x="5091484" y="354873"/>
              <a:ext cx="492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No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985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49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Vásquez Echeverri</dc:creator>
  <cp:lastModifiedBy>Alejandro Vásquez Echeverri</cp:lastModifiedBy>
  <cp:revision>1</cp:revision>
  <dcterms:created xsi:type="dcterms:W3CDTF">2025-09-09T00:36:26Z</dcterms:created>
  <dcterms:modified xsi:type="dcterms:W3CDTF">2025-09-10T13:44:17Z</dcterms:modified>
</cp:coreProperties>
</file>